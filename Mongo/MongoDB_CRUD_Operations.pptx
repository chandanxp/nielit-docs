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7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9DC24-9AD9-6576-7542-FCA6DA831F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63" t="25773" r="13309" b="22029"/>
          <a:stretch/>
        </p:blipFill>
        <p:spPr>
          <a:xfrm>
            <a:off x="7276684" y="270175"/>
            <a:ext cx="1440777" cy="74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453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35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6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65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8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3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47581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526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1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47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7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86058-069B-37DE-F9C6-AE957FE26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340" y="4121813"/>
            <a:ext cx="5315319" cy="937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CRUD 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F61B3-B703-2551-7AA7-FA18837FC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714" y="2235364"/>
            <a:ext cx="4010025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CABA53-79F2-D376-74CF-ADDADDD68F38}"/>
              </a:ext>
            </a:extLst>
          </p:cNvPr>
          <p:cNvSpPr txBox="1"/>
          <p:nvPr/>
        </p:nvSpPr>
        <p:spPr>
          <a:xfrm>
            <a:off x="2959509" y="5980340"/>
            <a:ext cx="3224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Chandan Saroj</a:t>
            </a:r>
          </a:p>
        </p:txBody>
      </p:sp>
    </p:spTree>
    <p:extLst>
      <p:ext uri="{BB962C8B-B14F-4D97-AF65-F5344CB8AC3E}">
        <p14:creationId xmlns:p14="http://schemas.microsoft.com/office/powerpoint/2010/main" val="204960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804" y="855406"/>
            <a:ext cx="7680960" cy="844156"/>
          </a:xfrm>
        </p:spPr>
        <p:txBody>
          <a:bodyPr/>
          <a:lstStyle/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What is CRUD in MongoDB?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804" y="2023448"/>
            <a:ext cx="8372168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CRUD = Create, Read, Update, Delete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dirty="0"/>
              <a:t>: Add documents to collections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dirty="0"/>
              <a:t>: Query documents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dirty="0"/>
              <a:t>: Modify existing documents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dirty="0"/>
              <a:t>: Remove documents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MongoDB stores data in JSON-like BSON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Creating a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283486"/>
            <a:ext cx="768096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Code: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use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switched to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Switches to </a:t>
            </a:r>
            <a:r>
              <a:rPr i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i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'. If it doesn’t exist, it will be created when you insert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Dropping a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363239"/>
            <a:ext cx="7891370" cy="4386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Code: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use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db.dropDatabase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{ "ok" : 1 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Deletes the current database (</a:t>
            </a:r>
            <a:r>
              <a:rPr i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i="1" dirty="0" err="1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') and all its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94734"/>
            <a:ext cx="7680960" cy="1119459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Inserting Documents into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283486"/>
            <a:ext cx="768096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Code: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db.users.insertOne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({ name: "Alice", age: 25 })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{ "acknowledged" : true, 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insertedId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 :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ObjectId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("...") 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Adds a single document to the 'users' collection.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642594"/>
            <a:ext cx="7783215" cy="1371600"/>
          </a:xfrm>
        </p:spPr>
        <p:txBody>
          <a:bodyPr/>
          <a:lstStyle/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Querying a MongoDB Document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19" y="2437417"/>
            <a:ext cx="768096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Code: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({ name: "Alice" })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{ "_id":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ObjectId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("..."), "name": "Alice", "age": 25 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Finds and returns documents where name is 'Alice'.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297" y="642594"/>
            <a:ext cx="8436077" cy="1371600"/>
          </a:xfrm>
        </p:spPr>
        <p:txBody>
          <a:bodyPr>
            <a:normAutofit/>
          </a:bodyPr>
          <a:lstStyle/>
          <a:p>
            <a:r>
              <a:rPr sz="39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Updating Documents in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Code: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db.users.updateOne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{ name: "Alice" },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{ $set: { age: 26 } }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{ "acknowledged" : true, 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matchedCount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 : 1, 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modifiedCount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 : 1 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Updates Alice’s age from 25 to 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110" y="642594"/>
            <a:ext cx="8259096" cy="1371600"/>
          </a:xfrm>
        </p:spPr>
        <p:txBody>
          <a:bodyPr>
            <a:normAutofit/>
          </a:bodyPr>
          <a:lstStyle/>
          <a:p>
            <a:r>
              <a:rPr sz="39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Deleting Documents in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Code: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db.users.deleteOne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({ name: "Alice" })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{ "acknowledged" : true, 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deletedCount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 : 1 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Deletes the document where name is 'Alice'.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00892"/>
            <a:ext cx="7680960" cy="1213301"/>
          </a:xfrm>
        </p:spPr>
        <p:txBody>
          <a:bodyPr/>
          <a:lstStyle/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Limiting Data in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2125187"/>
            <a:ext cx="768096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Code: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().limit(2)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{ "_id": ..., "name": "Bob", "age": 30 },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{ "_id": ..., "name": "Carol", "age": 28 }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Limits the number of results to 2 documents.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MongoDB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826342"/>
            <a:ext cx="8313174" cy="47809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Code: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db.users.createIndex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({ name: 1 })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Output: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{ 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createdCollectionAutomatically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 : false, 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numIndexesBefore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 : 1, 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numIndexesAfter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 : 2, 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"ok" : 1 </a:t>
            </a:r>
            <a:endParaRPr lang="en-I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i="1" dirty="0">
                <a:solidFill>
                  <a:schemeClr val="accent5">
                    <a:lumMod val="75000"/>
                  </a:schemeClr>
                </a:solidFill>
              </a:rPr>
              <a:t>Creates an ascending index on the 'name' field to speed up search queries.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C772DA-F9D4-C399-1C19-284E481C3BA1}"/>
              </a:ext>
            </a:extLst>
          </p:cNvPr>
          <p:cNvSpPr>
            <a:spLocks noGrp="1"/>
          </p:cNvSpPr>
          <p:nvPr/>
        </p:nvSpPr>
        <p:spPr>
          <a:xfrm>
            <a:off x="457200" y="835741"/>
            <a:ext cx="8229600" cy="810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Creating CSV Files for MongoDB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5F90DD-0BEA-FD7C-8F15-FA901EA1BBAD}"/>
              </a:ext>
            </a:extLst>
          </p:cNvPr>
          <p:cNvSpPr>
            <a:spLocks noGrp="1"/>
          </p:cNvSpPr>
          <p:nvPr/>
        </p:nvSpPr>
        <p:spPr>
          <a:xfrm>
            <a:off x="457200" y="2045109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Prepare data in a CSV file format: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sz="2800" dirty="0"/>
              <a:t>Example content (users.csv):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name,age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Alice,25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Bob,30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i="1" dirty="0"/>
              <a:t>Use it for data import into MongoDB.</a:t>
            </a:r>
          </a:p>
        </p:txBody>
      </p:sp>
    </p:spTree>
    <p:extLst>
      <p:ext uri="{BB962C8B-B14F-4D97-AF65-F5344CB8AC3E}">
        <p14:creationId xmlns:p14="http://schemas.microsoft.com/office/powerpoint/2010/main" val="284740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21CC39-AE13-9BCC-38AF-8278A3E25747}"/>
              </a:ext>
            </a:extLst>
          </p:cNvPr>
          <p:cNvSpPr>
            <a:spLocks noGrp="1"/>
          </p:cNvSpPr>
          <p:nvPr/>
        </p:nvSpPr>
        <p:spPr>
          <a:xfrm>
            <a:off x="457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Exploring Dataset Structures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A6E1E1-5767-C0BB-C0B6-8CFEF072C909}"/>
              </a:ext>
            </a:extLst>
          </p:cNvPr>
          <p:cNvSpPr>
            <a:spLocks noGrp="1"/>
          </p:cNvSpPr>
          <p:nvPr/>
        </p:nvSpPr>
        <p:spPr>
          <a:xfrm>
            <a:off x="457200" y="198611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Use tools or commands to inspect structure: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Command: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head users.csv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In MongoDB: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db.users.findOne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i="1" dirty="0"/>
              <a:t>Understand field names and data types for proper schema mapping.</a:t>
            </a:r>
          </a:p>
        </p:txBody>
      </p:sp>
    </p:spTree>
    <p:extLst>
      <p:ext uri="{BB962C8B-B14F-4D97-AF65-F5344CB8AC3E}">
        <p14:creationId xmlns:p14="http://schemas.microsoft.com/office/powerpoint/2010/main" val="1085008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C4E4B5-C3D5-C17C-6974-4882B4FEEA9D}"/>
              </a:ext>
            </a:extLst>
          </p:cNvPr>
          <p:cNvSpPr>
            <a:spLocks noGrp="1"/>
          </p:cNvSpPr>
          <p:nvPr/>
        </p:nvSpPr>
        <p:spPr>
          <a:xfrm>
            <a:off x="83575" y="914399"/>
            <a:ext cx="8229600" cy="731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Using MongoDB Import Tool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0FE33E-FB2D-D14B-C555-09BF831BA9FC}"/>
              </a:ext>
            </a:extLst>
          </p:cNvPr>
          <p:cNvSpPr>
            <a:spLocks noGrp="1"/>
          </p:cNvSpPr>
          <p:nvPr/>
        </p:nvSpPr>
        <p:spPr>
          <a:xfrm>
            <a:off x="457200" y="233203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Command:</a:t>
            </a:r>
          </a:p>
          <a:p>
            <a:pPr marL="0" indent="0">
              <a:buNone/>
            </a:pP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mongoimport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--collection=users --type=csv --</a:t>
            </a:r>
            <a:r>
              <a:rPr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headerline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--file=users.csv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sz="2400" i="1" dirty="0"/>
              <a:t>Imports CSV data into the specified collection. `</a:t>
            </a:r>
            <a:r>
              <a:rPr sz="2400" i="1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sz="24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headerline</a:t>
            </a:r>
            <a:r>
              <a:rPr sz="2400" i="1" dirty="0"/>
              <a:t>` uses the first line as field names.</a:t>
            </a:r>
          </a:p>
        </p:txBody>
      </p:sp>
    </p:spTree>
    <p:extLst>
      <p:ext uri="{BB962C8B-B14F-4D97-AF65-F5344CB8AC3E}">
        <p14:creationId xmlns:p14="http://schemas.microsoft.com/office/powerpoint/2010/main" val="1731576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8A36C2-8C56-D797-186A-C76FB7ED7964}"/>
              </a:ext>
            </a:extLst>
          </p:cNvPr>
          <p:cNvSpPr>
            <a:spLocks noGrp="1"/>
          </p:cNvSpPr>
          <p:nvPr/>
        </p:nvSpPr>
        <p:spPr>
          <a:xfrm>
            <a:off x="457200" y="5032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Joining Collections in MongoDB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8A02D5-51DA-C4D8-514D-4B3FD54AD9F5}"/>
              </a:ext>
            </a:extLst>
          </p:cNvPr>
          <p:cNvSpPr>
            <a:spLocks noGrp="1"/>
          </p:cNvSpPr>
          <p:nvPr/>
        </p:nvSpPr>
        <p:spPr>
          <a:xfrm>
            <a:off x="594851" y="2084437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Use 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`$lookup</a:t>
            </a:r>
            <a:r>
              <a:rPr dirty="0"/>
              <a:t>` for joins: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db.orders.aggregate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([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{ $lookup: {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from: "products",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localField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: 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product_id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foreignField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: "_id",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  as: "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product_info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}}</a:t>
            </a:r>
          </a:p>
          <a:p>
            <a:pPr marL="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i="1" dirty="0"/>
              <a:t>Joins data from 'orders' and 'products' collections.</a:t>
            </a:r>
          </a:p>
        </p:txBody>
      </p:sp>
    </p:spTree>
    <p:extLst>
      <p:ext uri="{BB962C8B-B14F-4D97-AF65-F5344CB8AC3E}">
        <p14:creationId xmlns:p14="http://schemas.microsoft.com/office/powerpoint/2010/main" val="3025853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C77255-1A2F-5788-AC47-429E492A8FDA}"/>
              </a:ext>
            </a:extLst>
          </p:cNvPr>
          <p:cNvSpPr>
            <a:spLocks noGrp="1"/>
          </p:cNvSpPr>
          <p:nvPr/>
        </p:nvSpPr>
        <p:spPr>
          <a:xfrm>
            <a:off x="457200" y="894735"/>
            <a:ext cx="8229600" cy="7515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Backing up MongoDB Database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DDB82C0-330E-54CF-3490-40E4404B2513}"/>
              </a:ext>
            </a:extLst>
          </p:cNvPr>
          <p:cNvSpPr>
            <a:spLocks noGrp="1"/>
          </p:cNvSpPr>
          <p:nvPr/>
        </p:nvSpPr>
        <p:spPr>
          <a:xfrm>
            <a:off x="457200" y="2054942"/>
            <a:ext cx="8077200" cy="4299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Command:</a:t>
            </a:r>
          </a:p>
          <a:p>
            <a:pPr marL="0" indent="0">
              <a:buNone/>
            </a:pP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mongodump</a:t>
            </a:r>
            <a:r>
              <a:rPr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--out=/backup/</a:t>
            </a: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endParaRPr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sz="2800" i="1" dirty="0"/>
              <a:t>Creates a binary backup of the database to the specified folder.</a:t>
            </a:r>
          </a:p>
        </p:txBody>
      </p:sp>
    </p:spTree>
    <p:extLst>
      <p:ext uri="{BB962C8B-B14F-4D97-AF65-F5344CB8AC3E}">
        <p14:creationId xmlns:p14="http://schemas.microsoft.com/office/powerpoint/2010/main" val="1775192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D42CB4-CC2C-EE91-E00A-C18E91B99DA6}"/>
              </a:ext>
            </a:extLst>
          </p:cNvPr>
          <p:cNvSpPr>
            <a:spLocks noGrp="1"/>
          </p:cNvSpPr>
          <p:nvPr/>
        </p:nvSpPr>
        <p:spPr>
          <a:xfrm>
            <a:off x="280219" y="825909"/>
            <a:ext cx="8229600" cy="8319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Restoring MongoDB Database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84CDC9-D220-032D-3E6C-426956C8516B}"/>
              </a:ext>
            </a:extLst>
          </p:cNvPr>
          <p:cNvSpPr>
            <a:spLocks noGrp="1"/>
          </p:cNvSpPr>
          <p:nvPr/>
        </p:nvSpPr>
        <p:spPr>
          <a:xfrm>
            <a:off x="673510" y="2261419"/>
            <a:ext cx="8229600" cy="42868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dirty="0"/>
              <a:t>Command:</a:t>
            </a:r>
          </a:p>
          <a:p>
            <a:pPr marL="0" indent="0">
              <a:buNone/>
            </a:pP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mongorestore</a:t>
            </a:r>
            <a:r>
              <a:rPr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--</a:t>
            </a: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/backup/</a:t>
            </a: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r>
              <a:rPr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myDatabase</a:t>
            </a:r>
            <a:endParaRPr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IN" dirty="0"/>
              <a:t> </a:t>
            </a:r>
            <a:endParaRPr dirty="0"/>
          </a:p>
          <a:p>
            <a:pPr marL="0" indent="0">
              <a:buNone/>
            </a:pPr>
            <a:r>
              <a:rPr sz="2800" i="1" dirty="0"/>
              <a:t>Restores the database from a previous </a:t>
            </a:r>
            <a:r>
              <a:rPr sz="2800" i="1" dirty="0" err="1"/>
              <a:t>mongodump</a:t>
            </a:r>
            <a:r>
              <a:rPr sz="2800" i="1" dirty="0"/>
              <a:t> backup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779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0C264-9DB0-8999-4DAC-5A10A391F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85" y="2545572"/>
            <a:ext cx="7680960" cy="393192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db.fellas.insertOne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({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msg: “</a:t>
            </a:r>
            <a:r>
              <a:rPr lang="en-US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Thank you!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188113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166</TotalTime>
  <Words>685</Words>
  <Application>Microsoft Office PowerPoint</Application>
  <PresentationFormat>On-screen Show (4:3)</PresentationFormat>
  <Paragraphs>148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Century Gothic</vt:lpstr>
      <vt:lpstr>Courier New</vt:lpstr>
      <vt:lpstr>Garamond</vt:lpstr>
      <vt:lpstr>Savon</vt:lpstr>
      <vt:lpstr>PowerPoint Presentation</vt:lpstr>
      <vt:lpstr>What is CRUD in MongoDB?</vt:lpstr>
      <vt:lpstr>Creating a Database</vt:lpstr>
      <vt:lpstr>Dropping a Database</vt:lpstr>
      <vt:lpstr>Inserting Documents into MongoDB</vt:lpstr>
      <vt:lpstr>Querying a MongoDB Document</vt:lpstr>
      <vt:lpstr>Updating Documents in MongoDB</vt:lpstr>
      <vt:lpstr>Deleting Documents in MongoDB</vt:lpstr>
      <vt:lpstr>Limiting Data in MongoDB</vt:lpstr>
      <vt:lpstr>MongoDB Indexes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imjun</dc:creator>
  <cp:keywords/>
  <dc:description>generated using python-pptx</dc:description>
  <cp:lastModifiedBy>imjunior471@gmail.com</cp:lastModifiedBy>
  <cp:revision>6</cp:revision>
  <dcterms:created xsi:type="dcterms:W3CDTF">2013-01-27T09:14:16Z</dcterms:created>
  <dcterms:modified xsi:type="dcterms:W3CDTF">2025-04-21T07:28:16Z</dcterms:modified>
  <cp:category/>
</cp:coreProperties>
</file>